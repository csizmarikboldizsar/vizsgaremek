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FE1CC-80EA-5E37-F303-9015EEEED6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9600" dirty="0">
                <a:latin typeface="Bell MT" panose="02020503060305020303" pitchFamily="18" charset="0"/>
              </a:rPr>
              <a:t>Forkful</a:t>
            </a:r>
            <a:r>
              <a:rPr lang="hu-HU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3C01D-A884-87CA-6DE6-ACF1D28689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u-HU" sz="2800" dirty="0">
                <a:latin typeface="Bell MT" panose="02020503060305020303" pitchFamily="18" charset="0"/>
              </a:rPr>
              <a:t>Az éhes ember Forkful-al álmodik.</a:t>
            </a:r>
          </a:p>
        </p:txBody>
      </p:sp>
    </p:spTree>
    <p:extLst>
      <p:ext uri="{BB962C8B-B14F-4D97-AF65-F5344CB8AC3E}">
        <p14:creationId xmlns:p14="http://schemas.microsoft.com/office/powerpoint/2010/main" val="1816075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5379B-C1B9-7126-D515-065AD17B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Bell MT" panose="02020503060305020303" pitchFamily="18" charset="0"/>
              </a:rPr>
              <a:t>Mi a Forkful?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E273A-1C87-CA41-E84F-581321D2A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/>
              <a:t>A Forkful egy recept megosztó, főző weboldal.</a:t>
            </a:r>
          </a:p>
          <a:p>
            <a:r>
              <a:rPr lang="hu-HU" sz="2800" dirty="0"/>
              <a:t>Az oldalra receptek keresésére, főzésére lett tervezve.</a:t>
            </a:r>
          </a:p>
          <a:p>
            <a:r>
              <a:rPr lang="hu-HU" sz="2800" dirty="0"/>
              <a:t>Regisztráció után saját recepteket lehet feltölteni.</a:t>
            </a:r>
          </a:p>
          <a:p>
            <a:r>
              <a:rPr lang="hu-HU" sz="2800" dirty="0"/>
              <a:t>Az oldalon megtekinthetőek az ételek adatai pl.: hozzávalók, elkészítés lépései, kalória</a:t>
            </a:r>
          </a:p>
        </p:txBody>
      </p:sp>
    </p:spTree>
    <p:extLst>
      <p:ext uri="{BB962C8B-B14F-4D97-AF65-F5344CB8AC3E}">
        <p14:creationId xmlns:p14="http://schemas.microsoft.com/office/powerpoint/2010/main" val="1479134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AB6D0-21B3-97C8-3850-47E34571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Bell MT" panose="02020503060305020303" pitchFamily="18" charset="0"/>
              </a:rPr>
              <a:t>A project állapota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12F8D-16A6-593A-2989-6B33D1869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/>
              <a:t>Az oldal funkciói meg lettek tervezve</a:t>
            </a:r>
          </a:p>
          <a:p>
            <a:r>
              <a:rPr lang="hu-HU" sz="2800" dirty="0"/>
              <a:t>Az oldal dizájnja el lett készítve</a:t>
            </a:r>
          </a:p>
          <a:p>
            <a:r>
              <a:rPr lang="hu-HU" sz="2800" dirty="0"/>
              <a:t>A hátralévő feladatok be lettek osztva.</a:t>
            </a:r>
          </a:p>
        </p:txBody>
      </p:sp>
    </p:spTree>
    <p:extLst>
      <p:ext uri="{BB962C8B-B14F-4D97-AF65-F5344CB8AC3E}">
        <p14:creationId xmlns:p14="http://schemas.microsoft.com/office/powerpoint/2010/main" val="2299437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C44F-2A95-C2B5-9888-36E42A66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Bell MT" panose="02020503060305020303" pitchFamily="18" charset="0"/>
              </a:rPr>
              <a:t>Hátralévő feladatok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B3AF6-C4BF-DB6E-5BA2-E537C8A41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/>
              <a:t>A weboldal felépítése</a:t>
            </a:r>
          </a:p>
          <a:p>
            <a:r>
              <a:rPr lang="hu-HU" sz="2800" dirty="0"/>
              <a:t>Backend elkészítése</a:t>
            </a:r>
          </a:p>
          <a:p>
            <a:r>
              <a:rPr lang="hu-HU" sz="2800" dirty="0"/>
              <a:t>Adatbázis megtervezése</a:t>
            </a:r>
          </a:p>
          <a:p>
            <a:r>
              <a:rPr lang="hu-HU" sz="2800" dirty="0"/>
              <a:t>Receptek gyűjtése</a:t>
            </a:r>
          </a:p>
        </p:txBody>
      </p:sp>
    </p:spTree>
    <p:extLst>
      <p:ext uri="{BB962C8B-B14F-4D97-AF65-F5344CB8AC3E}">
        <p14:creationId xmlns:p14="http://schemas.microsoft.com/office/powerpoint/2010/main" val="16466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7580-CCB0-39B1-40DC-7D26452E3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889306"/>
          </a:xfrm>
        </p:spPr>
        <p:txBody>
          <a:bodyPr>
            <a:normAutofit fontScale="90000"/>
          </a:bodyPr>
          <a:lstStyle/>
          <a:p>
            <a:r>
              <a:rPr lang="hu-HU" dirty="0">
                <a:latin typeface="Bell MT" panose="02020503060305020303" pitchFamily="18" charset="0"/>
              </a:rPr>
              <a:t>Összegzés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E84F32-01F4-FED5-1B66-27A5341B5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2359204"/>
            <a:ext cx="7315200" cy="1018996"/>
          </a:xfrm>
        </p:spPr>
        <p:txBody>
          <a:bodyPr/>
          <a:lstStyle/>
          <a:p>
            <a:r>
              <a:rPr lang="hu-HU" dirty="0">
                <a:latin typeface="Bell MT" panose="02020503060305020303" pitchFamily="18" charset="0"/>
              </a:rPr>
              <a:t>A project még csak az elején jár, sok munka és tervezés van hátra, de mindent megteszünk hogy a kész oldal minél jobb felhasználói élményt nyújtson.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9E51E-D478-1123-91A9-EBE4DB36A1D1}"/>
              </a:ext>
            </a:extLst>
          </p:cNvPr>
          <p:cNvSpPr txBox="1"/>
          <p:nvPr/>
        </p:nvSpPr>
        <p:spPr>
          <a:xfrm>
            <a:off x="1069848" y="5055382"/>
            <a:ext cx="3527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Bell MT" panose="02020503060305020303" pitchFamily="18" charset="0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941554298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Custom 1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90BB23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{29EE4F4F-7D07-4DA5-8CC7-FF6591B9D532}TF5b254a55-10e1-4643-bbf8-937ce7de93d8bc239555-e5ccf342cc0e</Template>
  <TotalTime>26</TotalTime>
  <Words>116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Bell MT</vt:lpstr>
      <vt:lpstr>Corbel</vt:lpstr>
      <vt:lpstr>Wingdings 2</vt:lpstr>
      <vt:lpstr>Frame</vt:lpstr>
      <vt:lpstr>Forkful </vt:lpstr>
      <vt:lpstr>Mi a Forkful?</vt:lpstr>
      <vt:lpstr>A project állapota</vt:lpstr>
      <vt:lpstr>Hátralévő feladatok</vt:lpstr>
      <vt:lpstr>Összegzés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Boldizsar Csizmarik</dc:creator>
  <cp:lastModifiedBy>Boldizsar Csizmarik</cp:lastModifiedBy>
  <cp:revision>5</cp:revision>
  <dcterms:created xsi:type="dcterms:W3CDTF">2026-10-20T20:08:09Z</dcterms:created>
  <dcterms:modified xsi:type="dcterms:W3CDTF">2026-10-20T20:40:26Z</dcterms:modified>
</cp:coreProperties>
</file>